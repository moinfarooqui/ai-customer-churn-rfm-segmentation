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7" r:id="rId11"/>
    <p:sldId id="315" r:id="rId12"/>
    <p:sldId id="318" r:id="rId13"/>
    <p:sldId id="321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81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2669" y="702072"/>
            <a:ext cx="6686662" cy="3831221"/>
          </a:xfrm>
        </p:spPr>
        <p:txBody>
          <a:bodyPr anchor="ctr"/>
          <a:lstStyle/>
          <a:p>
            <a:r>
              <a:rPr lang="en-IN" dirty="0"/>
              <a:t>AI-Powered Customer Churn &amp; RFM Segmentation</a:t>
            </a:r>
            <a:br>
              <a:rPr lang="en-IN" dirty="0"/>
            </a:br>
            <a:br>
              <a:rPr lang="en-IN" dirty="0"/>
            </a:br>
            <a:r>
              <a:rPr lang="en-IN" sz="1800" dirty="0"/>
              <a:t>Transforming Customer Data into Actionable Business Insights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03C2D-B95F-C2A2-A97A-844469B73A06}"/>
              </a:ext>
            </a:extLst>
          </p:cNvPr>
          <p:cNvSpPr txBox="1"/>
          <p:nvPr/>
        </p:nvSpPr>
        <p:spPr>
          <a:xfrm>
            <a:off x="206476" y="6438917"/>
            <a:ext cx="397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Created by: Moin Farooqui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sz="3200" dirty="0"/>
              <a:t>What problem are we solving?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Businesses often struggle to identify customers who may stop purchasing.</a:t>
            </a:r>
          </a:p>
          <a:p>
            <a:endParaRPr lang="en-US" dirty="0"/>
          </a:p>
          <a:p>
            <a:r>
              <a:rPr lang="en-US" dirty="0"/>
              <a:t>Traditional analysis identifies churn only after it happens.</a:t>
            </a:r>
          </a:p>
          <a:p>
            <a:endParaRPr lang="en-US" dirty="0"/>
          </a:p>
          <a:p>
            <a:r>
              <a:rPr lang="en-US" dirty="0"/>
              <a:t>This project uses Machine Learning and AI to identify at-risk customers and recommend proactive retention strategies.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680" y="1169908"/>
            <a:ext cx="5723586" cy="1062145"/>
          </a:xfrm>
        </p:spPr>
        <p:txBody>
          <a:bodyPr/>
          <a:lstStyle/>
          <a:p>
            <a:r>
              <a:rPr lang="en-IN" dirty="0"/>
              <a:t>Project Workflow</a:t>
            </a:r>
            <a:endParaRPr lang="en-US" dirty="0"/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825CB7-75A5-A5E4-3ECF-01FB5DA5B216}"/>
              </a:ext>
            </a:extLst>
          </p:cNvPr>
          <p:cNvSpPr txBox="1"/>
          <p:nvPr/>
        </p:nvSpPr>
        <p:spPr>
          <a:xfrm>
            <a:off x="6422571" y="2408904"/>
            <a:ext cx="43446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Data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RFM Analysis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Customer Segmentation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Churn Prediction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GenAI Recommendations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8" y="973393"/>
            <a:ext cx="5259554" cy="1074574"/>
          </a:xfrm>
        </p:spPr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46" y="2861188"/>
            <a:ext cx="5259554" cy="3249622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49,673 Customers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Customer transactions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Product categories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Purchase history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Returns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dirty="0"/>
              <a:t>Churn information</a:t>
            </a:r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429" y="904414"/>
            <a:ext cx="9065732" cy="994164"/>
          </a:xfrm>
        </p:spPr>
        <p:txBody>
          <a:bodyPr/>
          <a:lstStyle/>
          <a:p>
            <a:r>
              <a:rPr lang="en-IN" dirty="0"/>
              <a:t>RFM Analysis &amp; Segmentation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0429" y="2536723"/>
            <a:ext cx="8338616" cy="368679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RFM Analysis was used to evaluate customer purchasing </a:t>
            </a:r>
            <a:r>
              <a:rPr lang="en-IN" dirty="0" err="1"/>
              <a:t>behavior</a:t>
            </a:r>
            <a:r>
              <a:rPr lang="en-IN" dirty="0"/>
              <a:t> based on three key metrics. 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RECENCY How recently a customer made a purchase.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FREQUENCY How often a customer makes purchases.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MONETARY VALUE How much money a customer spends.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These metrics provide a structured approach to identifying high-value and low-engagement customers.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415" y="-141313"/>
            <a:ext cx="8299140" cy="1089930"/>
          </a:xfrm>
        </p:spPr>
        <p:txBody>
          <a:bodyPr/>
          <a:lstStyle/>
          <a:p>
            <a:r>
              <a:rPr lang="en-IN" dirty="0"/>
              <a:t>Customer Segmentation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7C3591-23DB-E38E-B0E7-09FB3D9FB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416" y="1714935"/>
            <a:ext cx="8800584" cy="51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6" y="147129"/>
            <a:ext cx="7631709" cy="1091627"/>
          </a:xfrm>
        </p:spPr>
        <p:txBody>
          <a:bodyPr/>
          <a:lstStyle/>
          <a:p>
            <a:r>
              <a:rPr lang="en-IN" sz="3200" dirty="0"/>
              <a:t>CUSTOMER CHURN PREDICTION</a:t>
            </a:r>
            <a:endParaRPr lang="en-US" sz="3200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37419" y="2303462"/>
            <a:ext cx="3282950" cy="414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 Random Forest Machine Learning model was used to predict the probability of customer churn.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model </a:t>
            </a:r>
            <a:r>
              <a:rPr lang="en-IN" dirty="0" err="1"/>
              <a:t>analyzes</a:t>
            </a:r>
            <a:r>
              <a:rPr lang="en-IN" dirty="0"/>
              <a:t> customer </a:t>
            </a:r>
            <a:r>
              <a:rPr lang="en-IN" dirty="0" err="1"/>
              <a:t>behavior</a:t>
            </a:r>
            <a:r>
              <a:rPr lang="en-IN" dirty="0"/>
              <a:t> and generates a churn probability score for each customer.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IN" dirty="0"/>
              <a:t>Customers were categorized into risk levels: </a:t>
            </a:r>
          </a:p>
          <a:p>
            <a:r>
              <a:rPr lang="en-IN" dirty="0"/>
              <a:t>• Low Risk </a:t>
            </a:r>
          </a:p>
          <a:p>
            <a:r>
              <a:rPr lang="en-IN" dirty="0"/>
              <a:t>• Medium Risk </a:t>
            </a:r>
          </a:p>
          <a:p>
            <a:r>
              <a:rPr lang="en-IN" dirty="0"/>
              <a:t>• High Risk</a:t>
            </a:r>
            <a:endParaRPr lang="en-US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405"/>
            <a:ext cx="8740878" cy="1222385"/>
          </a:xfrm>
        </p:spPr>
        <p:txBody>
          <a:bodyPr/>
          <a:lstStyle/>
          <a:p>
            <a:r>
              <a:rPr lang="en-IN" dirty="0"/>
              <a:t>AI-POWERED RETENTION ENGINE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IN" dirty="0"/>
              <a:t>High-risk customer profiles were </a:t>
            </a:r>
            <a:r>
              <a:rPr lang="en-IN" dirty="0" err="1"/>
              <a:t>analyzed</a:t>
            </a:r>
            <a:r>
              <a:rPr lang="en-IN" dirty="0"/>
              <a:t> using Google Gemini AI. </a:t>
            </a:r>
          </a:p>
          <a:p>
            <a:r>
              <a:rPr lang="en-IN" dirty="0"/>
              <a:t>The AI retention engine considers:</a:t>
            </a:r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IN" dirty="0"/>
              <a:t>• Customer Purchase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marL="0" lvl="1" indent="0">
              <a:buNone/>
            </a:pPr>
            <a:r>
              <a:rPr lang="en-IN" dirty="0"/>
              <a:t>• Recency of Activity </a:t>
            </a:r>
          </a:p>
          <a:p>
            <a:pPr marL="0" lvl="1" indent="0">
              <a:buNone/>
            </a:pPr>
            <a:r>
              <a:rPr lang="en-IN" dirty="0"/>
              <a:t>• Purchase Frequency </a:t>
            </a:r>
          </a:p>
          <a:p>
            <a:pPr marL="0" lvl="1" indent="0">
              <a:buNone/>
            </a:pPr>
            <a:r>
              <a:rPr lang="en-IN" dirty="0"/>
              <a:t>• Customer Spending</a:t>
            </a:r>
          </a:p>
          <a:p>
            <a:pPr marL="0" lvl="1" indent="0">
              <a:buNone/>
            </a:pPr>
            <a:r>
              <a:rPr lang="en-IN" dirty="0"/>
              <a:t> • Churn Probability </a:t>
            </a:r>
          </a:p>
          <a:p>
            <a:pPr marL="0" lvl="1" indent="0">
              <a:buNone/>
            </a:pPr>
            <a:r>
              <a:rPr lang="en-IN" dirty="0"/>
              <a:t>• Customer Segment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76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INTERACTIVE POWER BI DASHBOARD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1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2286000"/>
            <a:ext cx="3932237" cy="3567086"/>
          </a:xfrm>
        </p:spPr>
        <p:txBody>
          <a:bodyPr>
            <a:normAutofit/>
          </a:bodyPr>
          <a:lstStyle/>
          <a:p>
            <a:r>
              <a:rPr lang="en-IN" dirty="0"/>
              <a:t>A multi-page Power BI dashboard was developed to transform the analytical results into interactive business intelligence. </a:t>
            </a:r>
          </a:p>
          <a:p>
            <a:r>
              <a:rPr lang="en-IN" dirty="0"/>
              <a:t>The dashboard provides: </a:t>
            </a:r>
          </a:p>
          <a:p>
            <a:r>
              <a:rPr lang="en-IN" dirty="0"/>
              <a:t>• Executive Customer Overview </a:t>
            </a:r>
          </a:p>
          <a:p>
            <a:r>
              <a:rPr lang="en-IN" dirty="0"/>
              <a:t>• Revenue and Churn Analysis </a:t>
            </a:r>
          </a:p>
          <a:p>
            <a:r>
              <a:rPr lang="en-IN" dirty="0"/>
              <a:t>• Customer Segmentation Insights </a:t>
            </a:r>
          </a:p>
          <a:p>
            <a:r>
              <a:rPr lang="en-IN" dirty="0"/>
              <a:t>• High-Risk Customer Identification </a:t>
            </a:r>
          </a:p>
          <a:p>
            <a:r>
              <a:rPr lang="en-IN" dirty="0"/>
              <a:t>• AI-Powered Retention Recommendations </a:t>
            </a:r>
          </a:p>
          <a:p>
            <a:r>
              <a:rPr lang="en-IN" dirty="0"/>
              <a:t>The interactive dashboard helps transform complex analytical results into actionable business insights.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2F0FC9-7E96-8942-C0D7-C40F56383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7" y="1545456"/>
            <a:ext cx="6242839" cy="35115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698165"/>
            <a:ext cx="9875463" cy="999746"/>
          </a:xfrm>
        </p:spPr>
        <p:txBody>
          <a:bodyPr/>
          <a:lstStyle/>
          <a:p>
            <a:r>
              <a:rPr lang="en-IN" dirty="0"/>
              <a:t>BUSINESS RECOMMENDATIONS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8547165" cy="39615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• Prioritize high-risk customers for retention campaigns.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• Protect high-value customers through loyalty programs and exclusive benefits.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• Re-engage inactive customers using personalized offers.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• Use customer segments to design targeted marketing strategies.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• Combine Machine Learning predictions with Generative AI recommendations to support proactive business decisions.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834F02A-F597-BD2B-F032-024534658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912658"/>
            <a:ext cx="7170174" cy="5320994"/>
          </a:xfrm>
        </p:spPr>
        <p:txBody>
          <a:bodyPr>
            <a:normAutofit fontScale="77500" lnSpcReduction="20000"/>
          </a:bodyPr>
          <a:lstStyle/>
          <a:p>
            <a:r>
              <a:rPr lang="en-US" sz="3100" b="1" dirty="0"/>
              <a:t>CONCLUSION</a:t>
            </a:r>
          </a:p>
          <a:p>
            <a:endParaRPr lang="en-US" dirty="0"/>
          </a:p>
          <a:p>
            <a:r>
              <a:rPr lang="en-US" sz="3400" dirty="0"/>
              <a:t>This project demonstrates how Data Analytics, Machine Learning, Business Intelligence, and Generative AI can work together to transform customer data into actionable insights.</a:t>
            </a:r>
          </a:p>
          <a:p>
            <a:endParaRPr lang="en-US" sz="3400" dirty="0"/>
          </a:p>
          <a:p>
            <a:r>
              <a:rPr lang="en-US" sz="3400" dirty="0"/>
              <a:t>By combining RFM Analysis, K-Means Clustering, Random Forest Churn Prediction, Gemini AI, and Power BI, the project provides a complete framework for understanding customer behavior and supporting proactive retention strategies.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3100" b="1" dirty="0"/>
              <a:t>THANK YOU</a:t>
            </a:r>
            <a:endParaRPr lang="en-IN" sz="3100" b="1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{C4ED38ED-8B81-4B70-86AE-65E0944DE50B}TF8a9b5915-b8c7-461e-8cdd-693d48b5e32371f7b7e2_win32-4bf0b9a2ea37</Template>
  <TotalTime>25</TotalTime>
  <Words>443</Words>
  <Application>Microsoft Office PowerPoint</Application>
  <PresentationFormat>Widescreen</PresentationFormat>
  <Paragraphs>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Wingdings</vt:lpstr>
      <vt:lpstr>Custom</vt:lpstr>
      <vt:lpstr>AI-Powered Customer Churn &amp; RFM Segmentation  Transforming Customer Data into Actionable Business Insights</vt:lpstr>
      <vt:lpstr>What problem are we solving? </vt:lpstr>
      <vt:lpstr>Project Workflow</vt:lpstr>
      <vt:lpstr>Dataset Overview</vt:lpstr>
      <vt:lpstr>RFM Analysis &amp; Segmentation</vt:lpstr>
      <vt:lpstr>Customer Segmentation</vt:lpstr>
      <vt:lpstr>CUSTOMER CHURN PREDICTION</vt:lpstr>
      <vt:lpstr>AI-POWERED RETENTION ENGINE</vt:lpstr>
      <vt:lpstr>INTERACTIVE POWER BI DASHBOARD</vt:lpstr>
      <vt:lpstr>BUSINESS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Moin Farooqui</dc:creator>
  <cp:lastModifiedBy>Moin Farooqui</cp:lastModifiedBy>
  <cp:revision>1</cp:revision>
  <dcterms:created xsi:type="dcterms:W3CDTF">2026-09-09T14:36:35Z</dcterms:created>
  <dcterms:modified xsi:type="dcterms:W3CDTF">2026-09-09T15:02:05Z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